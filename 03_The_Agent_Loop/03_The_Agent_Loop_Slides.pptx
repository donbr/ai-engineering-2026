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6197" y="1595438"/>
            <a:ext cx="799160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The Agent Loop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01628" y="2490788"/>
            <a:ext cx="75405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8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Production Agents with LangChain 1.0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699035" y="3281363"/>
            <a:ext cx="3745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Bootcamp - Cohort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63854" y="4388048"/>
            <a:ext cx="1372195" cy="374452"/>
          </a:xfrm>
          <a:prstGeom prst="roundRect">
            <a:avLst>
              <a:gd name="adj" fmla="val 13566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67005" y="4489549"/>
            <a:ext cx="985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355527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353" y="14253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102" y="1355527"/>
            <a:ext cx="4079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Agents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102" y="1672977"/>
            <a:ext cx="4079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"agent" is and the foundational agent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136428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353" y="220622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102" y="2136428"/>
            <a:ext cx="324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LangChain 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102" y="2453878"/>
            <a:ext cx="3244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Runnables, LCEL, and the pipe operator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01" y="2917329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4353" y="2987129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102" y="2917329"/>
            <a:ext cx="3828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create_agent()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102" y="3234779"/>
            <a:ext cx="38286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LangChain 1.0 API and middleware system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698230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4353" y="3768030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102" y="3698230"/>
            <a:ext cx="3224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Agentic RAG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102" y="4015680"/>
            <a:ext cx="3224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RAG application using Qdrant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91977"/>
            <a:ext cx="7874198" cy="116815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1291977"/>
            <a:ext cx="0" cy="1168152"/>
          </a:xfrm>
          <a:prstGeom prst="line">
            <a:avLst/>
          </a:prstGeom>
          <a:noFill/>
          <a:ln w="762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551" y="1545878"/>
            <a:ext cx="73063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 LLM agent runs tools in a loop to achieve a goal."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551" y="1996678"/>
            <a:ext cx="73063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Willison, September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904530"/>
            <a:ext cx="1968550" cy="1034951"/>
          </a:xfrm>
          <a:prstGeom prst="roundRect">
            <a:avLst>
              <a:gd name="adj" fmla="val 981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4194" y="3095030"/>
            <a:ext cx="1489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4194" y="3406080"/>
            <a:ext cx="148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to do next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3450" y="2904530"/>
            <a:ext cx="1968550" cy="1034951"/>
          </a:xfrm>
          <a:prstGeom prst="roundRect">
            <a:avLst>
              <a:gd name="adj" fmla="val 981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42744" y="3095030"/>
            <a:ext cx="1489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2744" y="3406080"/>
            <a:ext cx="148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tools to take 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904530"/>
            <a:ext cx="1968550" cy="1034951"/>
          </a:xfrm>
          <a:prstGeom prst="roundRect">
            <a:avLst>
              <a:gd name="adj" fmla="val 981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1293" y="3095030"/>
            <a:ext cx="1489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11293" y="3406080"/>
            <a:ext cx="1489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results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0550" y="2904530"/>
            <a:ext cx="1968550" cy="1034951"/>
          </a:xfrm>
          <a:prstGeom prst="roundRect">
            <a:avLst>
              <a:gd name="adj" fmla="val 981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79843" y="3095030"/>
            <a:ext cx="1489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79843" y="3406080"/>
            <a:ext cx="1489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done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2405063"/>
            <a:ext cx="1107281" cy="628650"/>
          </a:xfrm>
          <a:prstGeom prst="roundRect">
            <a:avLst>
              <a:gd name="adj" fmla="val 16162"/>
            </a:avLst>
          </a:prstGeom>
          <a:solidFill>
            <a:srgbClr val="E8F6F3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0108" y="2614613"/>
            <a:ext cx="4429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12332" y="2571750"/>
            <a:ext cx="2957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05149" y="2300288"/>
            <a:ext cx="1349425" cy="838200"/>
          </a:xfrm>
          <a:prstGeom prst="roundRect">
            <a:avLst>
              <a:gd name="adj" fmla="val 12121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34885" y="2509838"/>
            <a:ext cx="68995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51674" y="2571750"/>
            <a:ext cx="2957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44491" y="2300288"/>
            <a:ext cx="1632347" cy="838200"/>
          </a:xfrm>
          <a:prstGeom prst="roundRect">
            <a:avLst>
              <a:gd name="adj" fmla="val 12121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71398" y="2509838"/>
            <a:ext cx="9785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3938" y="2571750"/>
            <a:ext cx="2957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66755" y="2405063"/>
            <a:ext cx="1255216" cy="628650"/>
          </a:xfrm>
          <a:prstGeom prst="roundRect">
            <a:avLst>
              <a:gd name="adj" fmla="val 16162"/>
            </a:avLst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97433" y="2614613"/>
            <a:ext cx="593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43410" y="3519339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continues until model decides to respond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03120" y="1291977"/>
            <a:ext cx="1563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 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03120" y="1552277"/>
            <a:ext cx="15635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decides: call a tool or return final answer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03120" y="2257127"/>
            <a:ext cx="1563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 Execution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03120" y="2517428"/>
            <a:ext cx="15635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tool runs, result added to 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03120" y="3222278"/>
            <a:ext cx="1563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Repeat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03120" y="3482578"/>
            <a:ext cx="1563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continues until task is complete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Runnable Abstraction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3683347" cy="7239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91977"/>
            <a:ext cx="0" cy="72390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444377"/>
            <a:ext cx="331981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primary abstraction in LangChain is the Runnable."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269778"/>
            <a:ext cx="37570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Interface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634853"/>
            <a:ext cx="3757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an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869704"/>
            <a:ext cx="3757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an operation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3104555"/>
            <a:ext cx="3757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an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3466505"/>
            <a:ext cx="37570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950" y="3831580"/>
            <a:ext cx="3757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Models, Prompts, Retrievers, Parsers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298" y="1291977"/>
            <a:ext cx="4063752" cy="3534073"/>
          </a:xfrm>
          <a:prstGeom prst="roundRect">
            <a:avLst>
              <a:gd name="adj" fmla="val 287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6198" y="1545878"/>
            <a:ext cx="3627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6198" y="1825228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6198" y="2122289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runnable.invoke(input)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6198" y="2419350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inputs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6198" y="2716411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runnable.batch([...])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6198" y="3013472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6198" y="3310533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runnable.stream(input):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6198" y="3607594"/>
            <a:ext cx="36270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print(chunk)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LCEL - The Pipe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Expression Language - Chain Runnables with | (like Unix pipes)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5904" y="1847552"/>
            <a:ext cx="1294954" cy="628650"/>
          </a:xfrm>
          <a:prstGeom prst="roundRect">
            <a:avLst>
              <a:gd name="adj" fmla="val 16162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06184" y="2057102"/>
            <a:ext cx="634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61357" y="1957090"/>
            <a:ext cx="10155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51423" y="1847552"/>
            <a:ext cx="1186458" cy="628650"/>
          </a:xfrm>
          <a:prstGeom prst="roundRect">
            <a:avLst>
              <a:gd name="adj" fmla="val 16162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2789" y="2057102"/>
            <a:ext cx="5237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28381" y="1957090"/>
            <a:ext cx="10155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18447" y="1847552"/>
            <a:ext cx="1226344" cy="628650"/>
          </a:xfrm>
          <a:prstGeom prst="roundRect">
            <a:avLst>
              <a:gd name="adj" fmla="val 16162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9414" y="2057102"/>
            <a:ext cx="5644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35291" y="1957090"/>
            <a:ext cx="33260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51873" y="1847552"/>
            <a:ext cx="1216223" cy="628650"/>
          </a:xfrm>
          <a:prstGeom prst="roundRect">
            <a:avLst>
              <a:gd name="adj" fmla="val 16162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2941" y="2057102"/>
            <a:ext cx="5540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950" y="2793653"/>
            <a:ext cx="8128099" cy="1072753"/>
          </a:xfrm>
          <a:prstGeom prst="roundRect">
            <a:avLst>
              <a:gd name="adj" fmla="val 94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1851" y="3047554"/>
            <a:ext cx="7772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1851" y="3330029"/>
            <a:ext cx="7772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chain.invoke({"question": "What is AI?"})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6669" y="405690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flows from left to right - the output of one component becomes the input to the next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3492847" cy="1009650"/>
          </a:xfrm>
          <a:prstGeom prst="roundRect">
            <a:avLst>
              <a:gd name="adj" fmla="val 10063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1432" y="1437977"/>
            <a:ext cx="30058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= Reasoning + Acting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428577"/>
            <a:ext cx="3492847" cy="10159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2428577"/>
            <a:ext cx="0" cy="1015901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7975" y="2555528"/>
            <a:ext cx="320323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"Reasoning traces help the model induce, track and update action plans, while actions allow it to gather additional information from external sources."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7975" y="3165128"/>
            <a:ext cx="32032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 et al., October 2022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634978"/>
            <a:ext cx="35627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interleaves thinking with tool use, creating a powerful reasoning loop.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8248" y="1228427"/>
            <a:ext cx="4317802" cy="3661172"/>
          </a:xfrm>
          <a:prstGeom prst="roundRect">
            <a:avLst>
              <a:gd name="adj" fmla="val 27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149" y="1418927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Trace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149" y="1780877"/>
            <a:ext cx="710654" cy="219075"/>
          </a:xfrm>
          <a:prstGeom prst="roundRect">
            <a:avLst>
              <a:gd name="adj" fmla="val 17391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73650" y="1818977"/>
            <a:ext cx="517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149" y="2038052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to search for current weather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149" y="2317403"/>
            <a:ext cx="597991" cy="219075"/>
          </a:xfrm>
          <a:prstGeom prst="roundRect">
            <a:avLst>
              <a:gd name="adj" fmla="val 1739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73650" y="2355503"/>
            <a:ext cx="402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149" y="2574578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search_weather("San Francisco")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149" y="2853928"/>
            <a:ext cx="943868" cy="219075"/>
          </a:xfrm>
          <a:prstGeom prst="roundRect">
            <a:avLst>
              <a:gd name="adj" fmla="val 1739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73650" y="2892028"/>
            <a:ext cx="7556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149" y="3111103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65F, sunny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149" y="3390454"/>
            <a:ext cx="710654" cy="219075"/>
          </a:xfrm>
          <a:prstGeom prst="roundRect">
            <a:avLst>
              <a:gd name="adj" fmla="val 17391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73650" y="3428554"/>
            <a:ext cx="517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149" y="3647629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the information needed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149" y="3926979"/>
            <a:ext cx="597991" cy="219075"/>
          </a:xfrm>
          <a:prstGeom prst="roundRect">
            <a:avLst>
              <a:gd name="adj" fmla="val 1739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73650" y="3965079"/>
            <a:ext cx="402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149" y="4184154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respond("It's 65F and sunny")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with @tool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5016698" cy="2321868"/>
          </a:xfrm>
          <a:prstGeom prst="roundRect">
            <a:avLst>
              <a:gd name="adj" fmla="val 4376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418927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langchain_core.tools 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8450" y="1634579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1850231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calculate(expression: str) -&gt; str: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065883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"""Evaluate a mathematical expression.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81535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50" y="2497187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expression: Math expression (e.g., '2+2')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450" y="2712839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450" y="2928491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eval(expression)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8450" y="3144143"/>
            <a:ext cx="47284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"Result: {result}"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42099" y="1228427"/>
            <a:ext cx="2793950" cy="1244501"/>
          </a:xfrm>
          <a:prstGeom prst="roundRect">
            <a:avLst>
              <a:gd name="adj" fmla="val 8164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51649" y="1437977"/>
            <a:ext cx="24223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51649" y="1749028"/>
            <a:ext cx="242234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docstring IS the tool description that the LLM sees when deciding which tool to call!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2099" y="2663428"/>
            <a:ext cx="2793950" cy="1162050"/>
          </a:xfrm>
          <a:prstGeom prst="roundRect">
            <a:avLst>
              <a:gd name="adj" fmla="val 874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94499" y="2815828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94499" y="3063478"/>
            <a:ext cx="25389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clear, detailed docstrings that explain when and how to use the tool. This is where many agent problems originate.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create_agent()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65027"/>
            <a:ext cx="5376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1.0's Standard Agent Builder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65077"/>
            <a:ext cx="5270748" cy="3350865"/>
          </a:xfrm>
          <a:prstGeom prst="roundRect">
            <a:avLst>
              <a:gd name="adj" fmla="val 303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55577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langchain.agents 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create_agent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1984028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212479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440930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=[calculate, search],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50" y="2669381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helpful."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450" y="2897832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=[limiter, logger]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450" y="3126284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8450" y="3354735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agent.invoke({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8450" y="3583186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450" y="3811637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450" y="4040088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"Calculate 25 * 48"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450" y="4268539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450" y="4496991"/>
            <a:ext cx="49875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6149" y="1165027"/>
            <a:ext cx="2539901" cy="2295079"/>
          </a:xfrm>
          <a:prstGeom prst="roundRect">
            <a:avLst>
              <a:gd name="adj" fmla="val 44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86649" y="1355527"/>
            <a:ext cx="2202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6649" y="1682502"/>
            <a:ext cx="2202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6649" y="1834902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name or instance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86649" y="2079278"/>
            <a:ext cx="2202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6649" y="2231678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available tools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86649" y="2476054"/>
            <a:ext cx="2202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system_prompt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6649" y="2628454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instructions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86649" y="2872829"/>
            <a:ext cx="2202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6649" y="3025229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hooks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Hooks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5016698" cy="1212503"/>
          </a:xfrm>
          <a:prstGeom prst="roundRect">
            <a:avLst>
              <a:gd name="adj" fmla="val 83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0037" y="1491853"/>
            <a:ext cx="1296442" cy="406301"/>
          </a:xfrm>
          <a:prstGeom prst="roundRect">
            <a:avLst>
              <a:gd name="adj" fmla="val 1875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537" y="1618804"/>
            <a:ext cx="933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before_model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66479" y="1575941"/>
            <a:ext cx="1900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43311" y="1482328"/>
            <a:ext cx="1269950" cy="425351"/>
          </a:xfrm>
          <a:prstGeom prst="roundRect">
            <a:avLst>
              <a:gd name="adj" fmla="val 17915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97212" y="1609279"/>
            <a:ext cx="777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03762" y="1575941"/>
            <a:ext cx="1900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90095" y="1491853"/>
            <a:ext cx="1172468" cy="406301"/>
          </a:xfrm>
          <a:prstGeom prst="roundRect">
            <a:avLst>
              <a:gd name="adj" fmla="val 1875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0595" y="1618804"/>
            <a:ext cx="807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after_model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6762" y="2034629"/>
            <a:ext cx="459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wrap_model_call surrounds entire execution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2631430"/>
            <a:ext cx="5016698" cy="1339751"/>
          </a:xfrm>
          <a:prstGeom prst="roundRect">
            <a:avLst>
              <a:gd name="adj" fmla="val 758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2783830"/>
            <a:ext cx="4806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Hooks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0350" y="3056781"/>
            <a:ext cx="4806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before_agent - Start of 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350" y="3247281"/>
            <a:ext cx="4806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 - Before LLM call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350" y="3437781"/>
            <a:ext cx="4806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after_model - After LLM response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0350" y="3628281"/>
            <a:ext cx="4806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after_agent - End of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42099" y="1228427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42099" y="1491853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agent behavior and debug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42099" y="179665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42099" y="2060079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or modify inputs/outputs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42099" y="2364879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42099" y="262830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API usage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42099" y="2933105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42099" y="3196530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for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 vs Agentic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8896" y="116502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30102"/>
            <a:ext cx="3905399" cy="2101155"/>
          </a:xfrm>
          <a:prstGeom prst="roundRect">
            <a:avLst>
              <a:gd name="adj" fmla="val 48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682502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FADBD8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3549" y="1793528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4344" y="2133154"/>
            <a:ext cx="3672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350" y="2355354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FADBD8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3549" y="2466380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Retrieve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4344" y="2806005"/>
            <a:ext cx="3672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0350" y="3028206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FADBD8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3549" y="3139232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896" y="3732758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sequence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1746" y="116502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0800" y="1530102"/>
            <a:ext cx="3905399" cy="2101155"/>
          </a:xfrm>
          <a:prstGeom prst="roundRect">
            <a:avLst>
              <a:gd name="adj" fmla="val 48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3200" y="1682502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D5F5E3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86399" y="1793528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7194" y="2133154"/>
            <a:ext cx="3672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3200" y="2355354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D5F5E3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86399" y="2466380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7194" y="2806005"/>
            <a:ext cx="3672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3200" y="3028206"/>
            <a:ext cx="3600599" cy="374452"/>
          </a:xfrm>
          <a:prstGeom prst="roundRect">
            <a:avLst>
              <a:gd name="adj" fmla="val 13566"/>
            </a:avLst>
          </a:prstGeom>
          <a:solidFill>
            <a:srgbClr val="D5F5E3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6399" y="3139232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Retrieve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0800" y="3732758"/>
            <a:ext cx="3905399" cy="1025426"/>
          </a:xfrm>
          <a:prstGeom prst="roundRect">
            <a:avLst>
              <a:gd name="adj" fmla="val 7431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7750" y="3859709"/>
            <a:ext cx="3724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7750" y="4088309"/>
            <a:ext cx="3724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retrieval when not needed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7750" y="4269284"/>
            <a:ext cx="3724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retrieve multiple times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7750" y="4450259"/>
            <a:ext cx="3724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with other tools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Vector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1320701" cy="374452"/>
          </a:xfrm>
          <a:prstGeom prst="roundRect">
            <a:avLst>
              <a:gd name="adj" fmla="val 1356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329928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651" y="1228427"/>
            <a:ext cx="2933998" cy="374452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81051" y="1329928"/>
            <a:ext cx="2681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for vectors (like a table)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729829"/>
            <a:ext cx="1320701" cy="374452"/>
          </a:xfrm>
          <a:prstGeom prst="roundRect">
            <a:avLst>
              <a:gd name="adj" fmla="val 1356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831330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651" y="1729829"/>
            <a:ext cx="2933998" cy="374452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81051" y="1831330"/>
            <a:ext cx="2681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with metadata payloads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2231231"/>
            <a:ext cx="1320701" cy="545902"/>
          </a:xfrm>
          <a:prstGeom prst="roundRect">
            <a:avLst>
              <a:gd name="adj" fmla="val 930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233273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651" y="2231231"/>
            <a:ext cx="2933998" cy="545902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81051" y="2332732"/>
            <a:ext cx="2681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metric (cosine, dot, euclidean)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3031034"/>
            <a:ext cx="4339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vector database with in-memory or hosted options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80099" y="1228427"/>
            <a:ext cx="3555950" cy="2544366"/>
          </a:xfrm>
          <a:prstGeom prst="roundRect">
            <a:avLst>
              <a:gd name="adj" fmla="val 399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32499" y="1380827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collection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2499" y="1567458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qdrant_client.create_collection(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2499" y="1754088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collection_name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"docs"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2499" y="1940719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vectors_config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=VectorParams(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2499" y="2127349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=1536,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2499" y="2313980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=Distance.COSINE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2499" y="2500610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2499" y="2687241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2499" y="2873871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retriever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2499" y="3060502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vector_store.as_retriever(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2499" y="3247132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search_kwargs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"k"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2499" y="3433763"/>
            <a:ext cx="331617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4508748" cy="7239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28427"/>
            <a:ext cx="0" cy="72390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380827"/>
            <a:ext cx="41617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"LangSmith turns LLM magic into enterprise-ready applications."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206228"/>
            <a:ext cx="1015901" cy="323850"/>
          </a:xfrm>
          <a:prstGeom prst="roundRect">
            <a:avLst>
              <a:gd name="adj" fmla="val 15686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7281" y="2282428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3851" y="2206228"/>
            <a:ext cx="1615809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execution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657029"/>
            <a:ext cx="1015901" cy="323850"/>
          </a:xfrm>
          <a:prstGeom prst="roundRect">
            <a:avLst>
              <a:gd name="adj" fmla="val 15686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281" y="273322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3851" y="2657029"/>
            <a:ext cx="2462576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operation (one LLM call)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3107829"/>
            <a:ext cx="1015901" cy="323850"/>
          </a:xfrm>
          <a:prstGeom prst="roundRect">
            <a:avLst>
              <a:gd name="adj" fmla="val 15686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281" y="318402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3851" y="3107829"/>
            <a:ext cx="1676076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for traces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4149" y="1228427"/>
            <a:ext cx="3301901" cy="885676"/>
          </a:xfrm>
          <a:prstGeom prst="roundRect">
            <a:avLst>
              <a:gd name="adj" fmla="val 114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549" y="1380827"/>
            <a:ext cx="3057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tracing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549" y="1574453"/>
            <a:ext cx="3057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LANGCHAIN_TRACING_V2=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549" y="1768078"/>
            <a:ext cx="3057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LANGCHAIN_API_KEY=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4149" y="2304604"/>
            <a:ext cx="3301901" cy="1187202"/>
          </a:xfrm>
          <a:prstGeom prst="roundRect">
            <a:avLst>
              <a:gd name="adj" fmla="val 855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86549" y="2457004"/>
            <a:ext cx="30570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Metrics-Driven Development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549" y="2729954"/>
            <a:ext cx="30570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Establish baseline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549" y="2933105"/>
            <a:ext cx="30570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Change something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549" y="3136255"/>
            <a:ext cx="30570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Recalculate metrics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26927"/>
            <a:ext cx="8128099" cy="834926"/>
          </a:xfrm>
          <a:prstGeom prst="roundRect">
            <a:avLst>
              <a:gd name="adj" fmla="val 12169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9272" y="1298377"/>
            <a:ext cx="77854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that makes agents good is context engineering."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9272" y="1587252"/>
            <a:ext cx="7785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 Horthy, 12-Factor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1142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21904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Language to Tool Calls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18582" y="21142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5532" y="21904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 your prompts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4762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5524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 your context window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18582" y="24762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5532" y="25524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are structured outputs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8381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29143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Unify execution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8582" y="28381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45532" y="29143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Launch/Pause/Resume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2001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01" y="32763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Contact humans with tools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18582" y="32001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45532" y="32763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 your control flow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950" y="35620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01" y="36382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Compact errors into context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18582" y="356205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45532" y="363825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Small, focused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9240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4901" y="40002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Trigger from anywhere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18582" y="3924002"/>
            <a:ext cx="2834432" cy="28575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45532" y="4000202"/>
            <a:ext cx="2632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</a:t>
            </a:r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Stateless reducer pattern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669" y="4336703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github.com/humanlayer/12-factor-agents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65027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165027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266527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LLM + Tools +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3001" y="1444228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 from Simon Willison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790105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790105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891605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Runnables are Building Blocks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3001" y="2069306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shares invoke/batch/stream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415183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415183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2516684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LCEL Pipes for Composition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3001" y="2694384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components with | operator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040261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3040261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141762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create_agent() is Your Start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3001" y="3319463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agent builder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165027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91050" y="1165027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7050" y="1266527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for Control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7050" y="1444228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guardrails, rate limits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790105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91050" y="1790105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7050" y="1891605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is Flexible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7050" y="2069306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 when to retrieve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415183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91050" y="2415183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7050" y="2516684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for Visibility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7050" y="2694384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inside your agents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040261"/>
            <a:ext cx="3873550" cy="5235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591050" y="3040261"/>
            <a:ext cx="0" cy="5235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7050" y="3141762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is Key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7050" y="3319463"/>
            <a:ext cx="3653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info, right format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82501"/>
            <a:ext cx="42751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088827"/>
            <a:ext cx="4275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notebook tasks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901" y="1441252"/>
            <a:ext cx="4275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agent with create_agent()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93677"/>
            <a:ext cx="4275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Agentic RAG with Qdrant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2146102"/>
            <a:ext cx="4275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Loom walkthrough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4149" y="482501"/>
            <a:ext cx="32384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34149" y="1088827"/>
            <a:ext cx="3174950" cy="606326"/>
          </a:xfrm>
          <a:prstGeom prst="roundRect">
            <a:avLst>
              <a:gd name="adj" fmla="val 125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649" y="1215777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24649" y="1425327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docs.langchain.com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34149" y="1822103"/>
            <a:ext cx="3174950" cy="606326"/>
          </a:xfrm>
          <a:prstGeom prst="roundRect">
            <a:avLst>
              <a:gd name="adj" fmla="val 125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649" y="1949053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24649" y="2158603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smith.langchain.com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4149" y="2555379"/>
            <a:ext cx="3174950" cy="606326"/>
          </a:xfrm>
          <a:prstGeom prst="roundRect">
            <a:avLst>
              <a:gd name="adj" fmla="val 125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649" y="2682329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Paper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4649" y="2891879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arxiv.org/abs/2210.03629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4149" y="3288655"/>
            <a:ext cx="3174950" cy="606326"/>
          </a:xfrm>
          <a:prstGeom prst="roundRect">
            <a:avLst>
              <a:gd name="adj" fmla="val 125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24649" y="3415605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12-Factor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24649" y="3625155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github.com/humanlayer/12-factor-agents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6159" y="47815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Bootcamp - Cohort 9 - Session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The Agent Loop</dc:title>
  <dc:subject>Building Production Agents with LangChain 1.0</dc:subject>
  <dc:creator>AI Makerspace</dc:creator>
  <cp:lastModifiedBy>AI Makerspace</cp:lastModifiedBy>
  <cp:revision>1</cp:revision>
  <dcterms:created xsi:type="dcterms:W3CDTF">2026-01-21T03:26:12Z</dcterms:created>
  <dcterms:modified xsi:type="dcterms:W3CDTF">2026-01-21T03:26:12Z</dcterms:modified>
</cp:coreProperties>
</file>